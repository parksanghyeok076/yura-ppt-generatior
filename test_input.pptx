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401" r:id="rId1"/>
    <p:sldMasterId id="2147484409" r:id="rId2"/>
    <p:sldMasterId id="2147484419" r:id="rId3"/>
  </p:sldMasterIdLst>
  <p:notesMasterIdLst>
    <p:notesMasterId r:id="rId83"/>
  </p:notesMasterIdLst>
  <p:handoutMasterIdLst>
    <p:handoutMasterId r:id="rId84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</p:sldIdLst>
  <p:sldSz cx="9906000" cy="6858000" type="A4"/>
  <p:notesSz cx="6735763" cy="98663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534988" indent="-77788" algn="l" rtl="0" fontAlgn="base" latinLnBrk="1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1071563" indent="-157163" algn="l" rtl="0" fontAlgn="base" latinLnBrk="1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608138" indent="-236538" algn="l" rtl="0" fontAlgn="base" latinLnBrk="1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2144713" indent="-315913" algn="l" rtl="0" fontAlgn="base" latinLnBrk="1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5">
          <p15:clr>
            <a:srgbClr val="A4A3A4"/>
          </p15:clr>
        </p15:guide>
        <p15:guide id="2" orient="horz" pos="2523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411">
          <p15:clr>
            <a:srgbClr val="A4A3A4"/>
          </p15:clr>
        </p15:guide>
        <p15:guide id="5" orient="horz" pos="597">
          <p15:clr>
            <a:srgbClr val="A4A3A4"/>
          </p15:clr>
        </p15:guide>
        <p15:guide id="6" orient="horz" pos="675">
          <p15:clr>
            <a:srgbClr val="A4A3A4"/>
          </p15:clr>
        </p15:guide>
        <p15:guide id="7" pos="4602">
          <p15:clr>
            <a:srgbClr val="A4A3A4"/>
          </p15:clr>
        </p15:guide>
        <p15:guide id="8" pos="122">
          <p15:clr>
            <a:srgbClr val="A4A3A4"/>
          </p15:clr>
        </p15:guide>
        <p15:guide id="9" pos="558">
          <p15:clr>
            <a:srgbClr val="A4A3A4"/>
          </p15:clr>
        </p15:guide>
        <p15:guide id="10" pos="1070">
          <p15:clr>
            <a:srgbClr val="A4A3A4"/>
          </p15:clr>
        </p15:guide>
        <p15:guide id="11" pos="2264">
          <p15:clr>
            <a:srgbClr val="A4A3A4"/>
          </p15:clr>
        </p15:guide>
        <p15:guide id="12" pos="2690">
          <p15:clr>
            <a:srgbClr val="A4A3A4"/>
          </p15:clr>
        </p15:guide>
        <p15:guide id="13" pos="4607">
          <p15:clr>
            <a:srgbClr val="A4A3A4"/>
          </p15:clr>
        </p15:guide>
        <p15:guide id="14" pos="611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5130"/>
    <a:srgbClr val="0000FF"/>
    <a:srgbClr val="EAEAEA"/>
    <a:srgbClr val="CC0000"/>
    <a:srgbClr val="0000CC"/>
    <a:srgbClr val="FFFFCC"/>
    <a:srgbClr val="000099"/>
    <a:srgbClr val="FF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69" autoAdjust="0"/>
    <p:restoredTop sz="98977" autoAdjust="0"/>
  </p:normalViewPr>
  <p:slideViewPr>
    <p:cSldViewPr>
      <p:cViewPr varScale="1">
        <p:scale>
          <a:sx n="93" d="100"/>
          <a:sy n="93" d="100"/>
        </p:scale>
        <p:origin x="197" y="67"/>
      </p:cViewPr>
      <p:guideLst>
        <p:guide orient="horz" pos="3975"/>
        <p:guide orient="horz" pos="2523"/>
        <p:guide orient="horz" pos="453"/>
        <p:guide orient="horz" pos="411"/>
        <p:guide orient="horz" pos="597"/>
        <p:guide orient="horz" pos="675"/>
        <p:guide pos="4602"/>
        <p:guide pos="122"/>
        <p:guide pos="558"/>
        <p:guide pos="1070"/>
        <p:guide pos="2264"/>
        <p:guide pos="2690"/>
        <p:guide pos="4607"/>
        <p:guide pos="611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274" y="-96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83" Type="http://schemas.openxmlformats.org/officeDocument/2006/relationships/notesMaster" Target="notesMasters/notesMaster1.xml"/><Relationship Id="rId84" Type="http://schemas.openxmlformats.org/officeDocument/2006/relationships/handoutMaster" Target="handoutMasters/handout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92CDFA53-F0B6-4DB3-88BC-1AAE21F1B657}" type="datetimeFigureOut">
              <a:rPr lang="ko-KR" altLang="en-US"/>
              <a:pPr>
                <a:defRPr/>
              </a:pPr>
              <a:t>2022-06-08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EFDC0FD1-DC9B-4C4D-90B0-5C5F51868C9B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96994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6913" y="739775"/>
            <a:ext cx="5341937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6300"/>
            <a:ext cx="5389563" cy="444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146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013"/>
            <a:ext cx="29194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46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1013"/>
            <a:ext cx="29194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1EE1F5FC-F601-4544-82FF-670847DC37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24661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534988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107156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608138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214471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682164" algn="l" defTabSz="1072866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6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<Relationship Id="rId3" Type="http://schemas.openxmlformats.org/officeDocument/2006/relationships/image" Target="../media/image6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eg"/><Relationship Id="rId3" Type="http://schemas.openxmlformats.org/officeDocument/2006/relationships/image" Target="../media/image6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 l="22581" t="26811" r="44861" b="63406"/>
          <a:stretch>
            <a:fillRect/>
          </a:stretch>
        </p:blipFill>
        <p:spPr bwMode="auto">
          <a:xfrm>
            <a:off x="1588" y="-4763"/>
            <a:ext cx="9904412" cy="113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8"/>
          <p:cNvPicPr>
            <a:picLocks noChangeAspect="1" noChangeArrowheads="1"/>
          </p:cNvPicPr>
          <p:nvPr userDrawn="1"/>
        </p:nvPicPr>
        <p:blipFill>
          <a:blip r:embed="rId3" cstate="print"/>
          <a:srcRect l="42650" t="31999" r="9052" b="59363"/>
          <a:stretch>
            <a:fillRect/>
          </a:stretch>
        </p:blipFill>
        <p:spPr bwMode="auto">
          <a:xfrm>
            <a:off x="1588" y="693738"/>
            <a:ext cx="760253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22581" t="26811" r="44861" b="63406"/>
          <a:stretch>
            <a:fillRect/>
          </a:stretch>
        </p:blipFill>
        <p:spPr bwMode="auto">
          <a:xfrm>
            <a:off x="1588" y="-4763"/>
            <a:ext cx="9904412" cy="113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 l="42650" t="31999" r="9052" b="59363"/>
          <a:stretch>
            <a:fillRect/>
          </a:stretch>
        </p:blipFill>
        <p:spPr bwMode="auto">
          <a:xfrm>
            <a:off x="1588" y="693738"/>
            <a:ext cx="760253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 txBox="1">
            <a:spLocks noGrp="1"/>
          </p:cNvSpPr>
          <p:nvPr userDrawn="1"/>
        </p:nvSpPr>
        <p:spPr bwMode="auto">
          <a:xfrm>
            <a:off x="4368800" y="6480175"/>
            <a:ext cx="1152525" cy="333375"/>
          </a:xfrm>
          <a:prstGeom prst="rect">
            <a:avLst/>
          </a:prstGeom>
          <a:noFill/>
          <a:ln>
            <a:noFill/>
          </a:ln>
          <a:extLst/>
        </p:spPr>
        <p:txBody>
          <a:bodyPr lIns="91434" tIns="45718" rIns="91434" bIns="45718" anchor="ctr"/>
          <a:lstStyle>
            <a:lvl1pPr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defRPr/>
            </a:pPr>
            <a:fld id="{4CA5922A-AAD6-40F0-ACC0-589718CA1A12}" type="slidenum">
              <a:rPr lang="en-US" altLang="ko-KR" sz="120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pPr algn="ctr">
                <a:defRPr/>
              </a:pPr>
              <a:t>‹#›</a:t>
            </a:fld>
            <a:endParaRPr lang="en-US" altLang="ko-KR" sz="12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Line 11"/>
          <p:cNvSpPr>
            <a:spLocks noChangeShapeType="1"/>
          </p:cNvSpPr>
          <p:nvPr userDrawn="1"/>
        </p:nvSpPr>
        <p:spPr bwMode="auto">
          <a:xfrm>
            <a:off x="0" y="6445250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0" latinLnBrk="0" hangingPunct="0">
              <a:defRPr/>
            </a:pPr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림 5" descr="유라-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425" y="6472238"/>
            <a:ext cx="12541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7"/>
          <p:cNvSpPr>
            <a:spLocks noChangeShapeType="1"/>
          </p:cNvSpPr>
          <p:nvPr userDrawn="1"/>
        </p:nvSpPr>
        <p:spPr bwMode="auto">
          <a:xfrm>
            <a:off x="0" y="757238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0" latinLnBrk="0" hangingPunct="0">
              <a:defRPr/>
            </a:pPr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8475" y="274638"/>
            <a:ext cx="890905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8475" y="1595438"/>
            <a:ext cx="8909050" cy="4537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98475" y="6251575"/>
            <a:ext cx="2305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87725" y="6251575"/>
            <a:ext cx="31305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102475" y="6251575"/>
            <a:ext cx="2305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AF4C98-4ED5-4797-AD75-CCE681EC8D4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yura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2" b="427"/>
          <a:stretch>
            <a:fillRect/>
          </a:stretch>
        </p:blipFill>
        <p:spPr bwMode="auto">
          <a:xfrm>
            <a:off x="0" y="6453188"/>
            <a:ext cx="7910513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9" descr="yura2"/>
          <p:cNvPicPr>
            <a:picLocks noChangeAspect="1" noChangeArrowheads="1"/>
          </p:cNvPicPr>
          <p:nvPr userDrawn="1"/>
        </p:nvPicPr>
        <p:blipFill>
          <a:blip r:embed="rId3" cstate="print"/>
          <a:srcRect r="35"/>
          <a:stretch>
            <a:fillRect/>
          </a:stretch>
        </p:blipFill>
        <p:spPr bwMode="auto">
          <a:xfrm>
            <a:off x="0" y="0"/>
            <a:ext cx="9906000" cy="184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 descr="C:\Users\user\Pictures\유라코퍼_logo.jp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58163" y="6400800"/>
            <a:ext cx="1441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제목 슬라이드">
    <p:bg>
      <p:bgPr>
        <a:blipFill dpi="0" rotWithShape="1">
          <a:blip r:embed="rId2" cstate="print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user\Pictures\유라코퍼_logo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" y="6381750"/>
            <a:ext cx="1441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user\Pictures\유라코퍼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" y="6381750"/>
            <a:ext cx="1441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14"/>
          <p:cNvSpPr>
            <a:spLocks noChangeArrowheads="1"/>
          </p:cNvSpPr>
          <p:nvPr userDrawn="1"/>
        </p:nvSpPr>
        <p:spPr bwMode="auto">
          <a:xfrm>
            <a:off x="0" y="0"/>
            <a:ext cx="9906000" cy="4797425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endParaRPr lang="ko-KR" altLang="en-US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 l="22581" t="26811" r="44861" b="63406"/>
          <a:stretch>
            <a:fillRect/>
          </a:stretch>
        </p:blipFill>
        <p:spPr bwMode="auto">
          <a:xfrm>
            <a:off x="1588" y="-4763"/>
            <a:ext cx="9904412" cy="113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8"/>
          <p:cNvPicPr>
            <a:picLocks noChangeAspect="1" noChangeArrowheads="1"/>
          </p:cNvPicPr>
          <p:nvPr userDrawn="1"/>
        </p:nvPicPr>
        <p:blipFill>
          <a:blip r:embed="rId3" cstate="print"/>
          <a:srcRect l="42650" t="31999" r="9052" b="59363"/>
          <a:stretch>
            <a:fillRect/>
          </a:stretch>
        </p:blipFill>
        <p:spPr bwMode="auto">
          <a:xfrm>
            <a:off x="1589" y="693738"/>
            <a:ext cx="760253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49405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22581" t="26811" r="44861" b="63406"/>
          <a:stretch>
            <a:fillRect/>
          </a:stretch>
        </p:blipFill>
        <p:spPr bwMode="auto">
          <a:xfrm>
            <a:off x="1588" y="-4763"/>
            <a:ext cx="9904412" cy="113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 l="42650" t="31999" r="9052" b="59363"/>
          <a:stretch>
            <a:fillRect/>
          </a:stretch>
        </p:blipFill>
        <p:spPr bwMode="auto">
          <a:xfrm>
            <a:off x="1589" y="693738"/>
            <a:ext cx="760253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45426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6387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0799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 txBox="1">
            <a:spLocks noGrp="1"/>
          </p:cNvSpPr>
          <p:nvPr userDrawn="1"/>
        </p:nvSpPr>
        <p:spPr bwMode="auto">
          <a:xfrm>
            <a:off x="4368801" y="6480177"/>
            <a:ext cx="1152525" cy="333375"/>
          </a:xfrm>
          <a:prstGeom prst="rect">
            <a:avLst/>
          </a:prstGeom>
          <a:noFill/>
          <a:ln>
            <a:noFill/>
          </a:ln>
          <a:extLst/>
        </p:spPr>
        <p:txBody>
          <a:bodyPr lIns="84401" tIns="42201" rIns="84401" bIns="42201" anchor="ctr"/>
          <a:lstStyle>
            <a:lvl1pPr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defRPr/>
            </a:pPr>
            <a:fld id="{4CA5922A-AAD6-40F0-ACC0-589718CA1A12}" type="slidenum">
              <a:rPr lang="en-US" altLang="ko-KR" sz="1108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pPr algn="ctr">
                <a:defRPr/>
              </a:pPr>
              <a:t>‹#›</a:t>
            </a:fld>
            <a:endParaRPr lang="en-US" altLang="ko-KR" sz="1108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Line 11"/>
          <p:cNvSpPr>
            <a:spLocks noChangeShapeType="1"/>
          </p:cNvSpPr>
          <p:nvPr userDrawn="1"/>
        </p:nvSpPr>
        <p:spPr bwMode="auto">
          <a:xfrm>
            <a:off x="0" y="6445250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83077" tIns="43200" rIns="83077" bIns="43200" anchor="ctr"/>
          <a:lstStyle/>
          <a:p>
            <a:pPr algn="ctr" eaLnBrk="0" latinLnBrk="0" hangingPunct="0">
              <a:defRPr/>
            </a:pPr>
            <a:endParaRPr lang="ko-KR" altLang="en-US" sz="923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림 5" descr="유라-로고.jpg"/>
          <p:cNvPicPr>
            <a:picLocks noChangeAspect="1"/>
          </p:cNvPicPr>
          <p:nvPr userDrawn="1"/>
        </p:nvPicPr>
        <p:blipFill>
          <a:blip r:embed="rId2" cstate="print"/>
          <a:srcRect b="27240"/>
          <a:stretch>
            <a:fillRect/>
          </a:stretch>
        </p:blipFill>
        <p:spPr bwMode="auto">
          <a:xfrm>
            <a:off x="98426" y="6472239"/>
            <a:ext cx="1431440" cy="307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7"/>
          <p:cNvSpPr>
            <a:spLocks noChangeShapeType="1"/>
          </p:cNvSpPr>
          <p:nvPr userDrawn="1"/>
        </p:nvSpPr>
        <p:spPr bwMode="auto">
          <a:xfrm>
            <a:off x="0" y="620688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83077" tIns="43200" rIns="83077" bIns="43200" anchor="ctr"/>
          <a:lstStyle/>
          <a:p>
            <a:pPr algn="ctr" eaLnBrk="0" latinLnBrk="0" hangingPunct="0">
              <a:defRPr/>
            </a:pPr>
            <a:endParaRPr lang="ko-KR" altLang="en-US" sz="923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18781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94258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yura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2" b="427"/>
          <a:stretch>
            <a:fillRect/>
          </a:stretch>
        </p:blipFill>
        <p:spPr bwMode="auto">
          <a:xfrm>
            <a:off x="0" y="6453188"/>
            <a:ext cx="7910513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9" descr="yura2"/>
          <p:cNvPicPr>
            <a:picLocks noChangeAspect="1" noChangeArrowheads="1"/>
          </p:cNvPicPr>
          <p:nvPr userDrawn="1"/>
        </p:nvPicPr>
        <p:blipFill>
          <a:blip r:embed="rId3" cstate="print"/>
          <a:srcRect r="35"/>
          <a:stretch>
            <a:fillRect/>
          </a:stretch>
        </p:blipFill>
        <p:spPr bwMode="auto">
          <a:xfrm>
            <a:off x="0" y="2"/>
            <a:ext cx="9906000" cy="184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 descr="C:\Users\user\Pictures\유라코퍼_logo.jp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58163" y="6400800"/>
            <a:ext cx="1441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937781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제목 슬라이드">
    <p:bg>
      <p:bgPr>
        <a:blipFill dpi="0" rotWithShape="1">
          <a:blip r:embed="rId2" cstate="print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user\Pictures\유라코퍼_logo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1" y="6381750"/>
            <a:ext cx="1441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86367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user\Pictures\유라코퍼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1" y="6381750"/>
            <a:ext cx="1441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14"/>
          <p:cNvSpPr>
            <a:spLocks noChangeArrowheads="1"/>
          </p:cNvSpPr>
          <p:nvPr userDrawn="1"/>
        </p:nvSpPr>
        <p:spPr bwMode="auto">
          <a:xfrm>
            <a:off x="0" y="2"/>
            <a:ext cx="9906000" cy="4797425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endParaRPr lang="ko-KR" altLang="en-US" sz="1754">
              <a:solidFill>
                <a:srgbClr val="000000"/>
              </a:solidFill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7617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 l="22581" t="26811" r="44861" b="63406"/>
          <a:stretch>
            <a:fillRect/>
          </a:stretch>
        </p:blipFill>
        <p:spPr bwMode="auto">
          <a:xfrm>
            <a:off x="1588" y="-4763"/>
            <a:ext cx="9904412" cy="113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8"/>
          <p:cNvPicPr>
            <a:picLocks noChangeAspect="1" noChangeArrowheads="1"/>
          </p:cNvPicPr>
          <p:nvPr userDrawn="1"/>
        </p:nvPicPr>
        <p:blipFill>
          <a:blip r:embed="rId3" cstate="print"/>
          <a:srcRect l="42650" t="31999" r="9052" b="59363"/>
          <a:stretch>
            <a:fillRect/>
          </a:stretch>
        </p:blipFill>
        <p:spPr bwMode="auto">
          <a:xfrm>
            <a:off x="1588" y="693738"/>
            <a:ext cx="760253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476442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22581" t="26811" r="44861" b="63406"/>
          <a:stretch>
            <a:fillRect/>
          </a:stretch>
        </p:blipFill>
        <p:spPr bwMode="auto">
          <a:xfrm>
            <a:off x="1588" y="-4763"/>
            <a:ext cx="9904412" cy="113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 l="42650" t="31999" r="9052" b="59363"/>
          <a:stretch>
            <a:fillRect/>
          </a:stretch>
        </p:blipFill>
        <p:spPr bwMode="auto">
          <a:xfrm>
            <a:off x="1588" y="693738"/>
            <a:ext cx="760253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22446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0162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0413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 txBox="1">
            <a:spLocks noGrp="1"/>
          </p:cNvSpPr>
          <p:nvPr userDrawn="1"/>
        </p:nvSpPr>
        <p:spPr bwMode="auto">
          <a:xfrm>
            <a:off x="4368800" y="6480175"/>
            <a:ext cx="1152525" cy="333375"/>
          </a:xfrm>
          <a:prstGeom prst="rect">
            <a:avLst/>
          </a:prstGeom>
          <a:noFill/>
          <a:ln>
            <a:noFill/>
          </a:ln>
          <a:extLst/>
        </p:spPr>
        <p:txBody>
          <a:bodyPr lIns="91434" tIns="45718" rIns="91434" bIns="45718" anchor="ctr"/>
          <a:lstStyle>
            <a:lvl1pPr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defRPr/>
            </a:pPr>
            <a:fld id="{4CA5922A-AAD6-40F0-ACC0-589718CA1A12}" type="slidenum">
              <a:rPr lang="en-US" altLang="ko-KR" sz="120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pPr algn="ctr">
                <a:defRPr/>
              </a:pPr>
              <a:t>‹#›</a:t>
            </a:fld>
            <a:endParaRPr lang="en-US" altLang="ko-KR" sz="12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Line 11"/>
          <p:cNvSpPr>
            <a:spLocks noChangeShapeType="1"/>
          </p:cNvSpPr>
          <p:nvPr userDrawn="1"/>
        </p:nvSpPr>
        <p:spPr bwMode="auto">
          <a:xfrm>
            <a:off x="0" y="6445250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0" latinLnBrk="0" hangingPunct="0">
              <a:defRPr/>
            </a:pPr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림 5" descr="유라-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425" y="6472238"/>
            <a:ext cx="12541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7"/>
          <p:cNvSpPr>
            <a:spLocks noChangeShapeType="1"/>
          </p:cNvSpPr>
          <p:nvPr userDrawn="1"/>
        </p:nvSpPr>
        <p:spPr bwMode="auto">
          <a:xfrm>
            <a:off x="0" y="757238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0" latinLnBrk="0" hangingPunct="0">
              <a:defRPr/>
            </a:pPr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47165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601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8475" y="274638"/>
            <a:ext cx="890905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8475" y="1595438"/>
            <a:ext cx="8909050" cy="4537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98475" y="6251575"/>
            <a:ext cx="2305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87725" y="6251575"/>
            <a:ext cx="31305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102475" y="6251575"/>
            <a:ext cx="2305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AF4C98-4ED5-4797-AD75-CCE681EC8D4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1537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yura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2" b="427"/>
          <a:stretch>
            <a:fillRect/>
          </a:stretch>
        </p:blipFill>
        <p:spPr bwMode="auto">
          <a:xfrm>
            <a:off x="0" y="6453188"/>
            <a:ext cx="7910513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9" descr="yura2"/>
          <p:cNvPicPr>
            <a:picLocks noChangeAspect="1" noChangeArrowheads="1"/>
          </p:cNvPicPr>
          <p:nvPr userDrawn="1"/>
        </p:nvPicPr>
        <p:blipFill>
          <a:blip r:embed="rId3" cstate="print"/>
          <a:srcRect r="35"/>
          <a:stretch>
            <a:fillRect/>
          </a:stretch>
        </p:blipFill>
        <p:spPr bwMode="auto">
          <a:xfrm>
            <a:off x="0" y="0"/>
            <a:ext cx="9906000" cy="184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 descr="C:\Users\user\Pictures\유라코퍼_logo.jp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58163" y="6400800"/>
            <a:ext cx="1441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882876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제목 슬라이드">
    <p:bg>
      <p:bgPr>
        <a:blipFill dpi="0" rotWithShape="1">
          <a:blip r:embed="rId2" cstate="print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user\Pictures\유라코퍼_logo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" y="6381750"/>
            <a:ext cx="1441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44715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user\Pictures\유라코퍼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" y="6381750"/>
            <a:ext cx="1441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14"/>
          <p:cNvSpPr>
            <a:spLocks noChangeArrowheads="1"/>
          </p:cNvSpPr>
          <p:nvPr userDrawn="1"/>
        </p:nvSpPr>
        <p:spPr bwMode="auto">
          <a:xfrm>
            <a:off x="0" y="0"/>
            <a:ext cx="9906000" cy="4797425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03530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theme" Target="../theme/theme2.xml"/><Relationship Id="rId11" Type="http://schemas.openxmlformats.org/officeDocument/2006/relationships/image" Target="../media/image1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theme" Target="../theme/theme3.xml"/><Relationship Id="rId1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"/>
          <p:cNvSpPr>
            <a:spLocks noChangeShapeType="1"/>
          </p:cNvSpPr>
          <p:nvPr userDrawn="1"/>
        </p:nvSpPr>
        <p:spPr bwMode="auto">
          <a:xfrm>
            <a:off x="0" y="757238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0" latinLnBrk="0" hangingPunct="0">
              <a:defRPr/>
            </a:pPr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2467" name="슬라이드 번호 개체 틀 3"/>
          <p:cNvSpPr txBox="1">
            <a:spLocks noGrp="1"/>
          </p:cNvSpPr>
          <p:nvPr userDrawn="1"/>
        </p:nvSpPr>
        <p:spPr bwMode="auto">
          <a:xfrm>
            <a:off x="4368800" y="6480175"/>
            <a:ext cx="1152525" cy="333375"/>
          </a:xfrm>
          <a:prstGeom prst="rect">
            <a:avLst/>
          </a:prstGeom>
          <a:noFill/>
          <a:ln>
            <a:noFill/>
          </a:ln>
          <a:extLst/>
        </p:spPr>
        <p:txBody>
          <a:bodyPr lIns="91434" tIns="45718" rIns="91434" bIns="45718" anchor="ctr"/>
          <a:lstStyle>
            <a:lvl1pPr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defRPr/>
            </a:pPr>
            <a:fld id="{0AB1257F-7694-4916-B5D0-9B63C33644C9}" type="slidenum">
              <a:rPr lang="en-US" altLang="ko-KR" sz="120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pPr algn="ctr">
                <a:defRPr/>
              </a:pPr>
              <a:t>‹#›</a:t>
            </a:fld>
            <a:endParaRPr lang="en-US" altLang="ko-KR" sz="12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8" name="Line 11"/>
          <p:cNvSpPr>
            <a:spLocks noChangeShapeType="1"/>
          </p:cNvSpPr>
          <p:nvPr userDrawn="1"/>
        </p:nvSpPr>
        <p:spPr bwMode="auto">
          <a:xfrm>
            <a:off x="0" y="6445250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0" latinLnBrk="0" hangingPunct="0">
              <a:defRPr/>
            </a:pPr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29" name="그림 5" descr="유라-로고.jpg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98425" y="6472238"/>
            <a:ext cx="12541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02" r:id="rId1"/>
    <p:sldLayoutId id="2147484403" r:id="rId2"/>
    <p:sldLayoutId id="2147484404" r:id="rId3"/>
    <p:sldLayoutId id="2147484405" r:id="rId4"/>
    <p:sldLayoutId id="2147484406" r:id="rId5"/>
    <p:sldLayoutId id="2147484407" r:id="rId6"/>
    <p:sldLayoutId id="2147484408" r:id="rId7"/>
    <p:sldLayoutId id="2147484397" r:id="rId8"/>
    <p:sldLayoutId id="2147484398" r:id="rId9"/>
    <p:sldLayoutId id="2147484399" r:id="rId10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"/>
          <p:cNvSpPr>
            <a:spLocks noChangeShapeType="1"/>
          </p:cNvSpPr>
          <p:nvPr userDrawn="1"/>
        </p:nvSpPr>
        <p:spPr bwMode="auto">
          <a:xfrm>
            <a:off x="0" y="634081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83077" tIns="43200" rIns="83077" bIns="43200" anchor="ctr"/>
          <a:lstStyle/>
          <a:p>
            <a:pPr algn="ctr" eaLnBrk="0" latinLnBrk="0" hangingPunct="0">
              <a:defRPr/>
            </a:pPr>
            <a:endParaRPr lang="ko-KR" altLang="en-US" sz="923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2467" name="슬라이드 번호 개체 틀 3"/>
          <p:cNvSpPr txBox="1">
            <a:spLocks noGrp="1"/>
          </p:cNvSpPr>
          <p:nvPr userDrawn="1"/>
        </p:nvSpPr>
        <p:spPr bwMode="auto">
          <a:xfrm>
            <a:off x="4368801" y="6480177"/>
            <a:ext cx="1152525" cy="333375"/>
          </a:xfrm>
          <a:prstGeom prst="rect">
            <a:avLst/>
          </a:prstGeom>
          <a:noFill/>
          <a:ln>
            <a:noFill/>
          </a:ln>
          <a:extLst/>
        </p:spPr>
        <p:txBody>
          <a:bodyPr lIns="84401" tIns="42201" rIns="84401" bIns="42201" anchor="ctr"/>
          <a:lstStyle>
            <a:lvl1pPr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defRPr/>
            </a:pPr>
            <a:fld id="{0AB1257F-7694-4916-B5D0-9B63C33644C9}" type="slidenum">
              <a:rPr lang="en-US" altLang="ko-KR" sz="1108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pPr algn="ctr">
                <a:defRPr/>
              </a:pPr>
              <a:t>‹#›</a:t>
            </a:fld>
            <a:endParaRPr lang="en-US" altLang="ko-KR" sz="1108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8" name="Line 11"/>
          <p:cNvSpPr>
            <a:spLocks noChangeShapeType="1"/>
          </p:cNvSpPr>
          <p:nvPr userDrawn="1"/>
        </p:nvSpPr>
        <p:spPr bwMode="auto">
          <a:xfrm>
            <a:off x="0" y="6445250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83077" tIns="43200" rIns="83077" bIns="43200" anchor="ctr"/>
          <a:lstStyle/>
          <a:p>
            <a:pPr algn="ctr" eaLnBrk="0" latinLnBrk="0" hangingPunct="0">
              <a:defRPr/>
            </a:pPr>
            <a:endParaRPr lang="ko-KR" altLang="en-US" sz="923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29" name="그림 5" descr="유라-로고.jpg"/>
          <p:cNvPicPr>
            <a:picLocks noChangeAspect="1"/>
          </p:cNvPicPr>
          <p:nvPr userDrawn="1"/>
        </p:nvPicPr>
        <p:blipFill>
          <a:blip r:embed="rId11" cstate="print"/>
          <a:srcRect b="27240"/>
          <a:stretch>
            <a:fillRect/>
          </a:stretch>
        </p:blipFill>
        <p:spPr bwMode="auto">
          <a:xfrm>
            <a:off x="98425" y="6472239"/>
            <a:ext cx="142774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61522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0" r:id="rId1"/>
    <p:sldLayoutId id="2147484411" r:id="rId2"/>
    <p:sldLayoutId id="2147484412" r:id="rId3"/>
    <p:sldLayoutId id="2147484413" r:id="rId4"/>
    <p:sldLayoutId id="2147484414" r:id="rId5"/>
    <p:sldLayoutId id="2147484415" r:id="rId6"/>
    <p:sldLayoutId id="2147484416" r:id="rId7"/>
    <p:sldLayoutId id="2147484417" r:id="rId8"/>
    <p:sldLayoutId id="2147484418" r:id="rId9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22041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844083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266124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688165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16531" indent="-316531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954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585">
          <a:solidFill>
            <a:schemeClr val="tx1"/>
          </a:solidFill>
          <a:latin typeface="+mn-lt"/>
          <a:ea typeface="+mn-ea"/>
        </a:defRPr>
      </a:lvl2pPr>
      <a:lvl3pPr marL="1055103" indent="-211021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215">
          <a:solidFill>
            <a:schemeClr val="tx1"/>
          </a:solidFill>
          <a:latin typeface="+mn-lt"/>
          <a:ea typeface="+mn-ea"/>
        </a:defRPr>
      </a:lvl3pPr>
      <a:lvl4pPr marL="1477145" indent="-211021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846">
          <a:solidFill>
            <a:schemeClr val="tx1"/>
          </a:solidFill>
          <a:latin typeface="+mn-lt"/>
          <a:ea typeface="+mn-ea"/>
        </a:defRPr>
      </a:lvl4pPr>
      <a:lvl5pPr marL="1899186" indent="-211021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5pPr>
      <a:lvl6pPr marL="2321227" indent="-211021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6pPr>
      <a:lvl7pPr marL="2743269" indent="-211021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7pPr>
      <a:lvl8pPr marL="3165310" indent="-211021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8pPr>
      <a:lvl9pPr marL="3587351" indent="-211021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"/>
          <p:cNvSpPr>
            <a:spLocks noChangeShapeType="1"/>
          </p:cNvSpPr>
          <p:nvPr userDrawn="1"/>
        </p:nvSpPr>
        <p:spPr bwMode="auto">
          <a:xfrm>
            <a:off x="0" y="757238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0" latinLnBrk="0" hangingPunct="0">
              <a:defRPr/>
            </a:pPr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2467" name="슬라이드 번호 개체 틀 3"/>
          <p:cNvSpPr txBox="1">
            <a:spLocks noGrp="1"/>
          </p:cNvSpPr>
          <p:nvPr userDrawn="1"/>
        </p:nvSpPr>
        <p:spPr bwMode="auto">
          <a:xfrm>
            <a:off x="4368800" y="6480175"/>
            <a:ext cx="1152525" cy="333375"/>
          </a:xfrm>
          <a:prstGeom prst="rect">
            <a:avLst/>
          </a:prstGeom>
          <a:noFill/>
          <a:ln>
            <a:noFill/>
          </a:ln>
          <a:extLst/>
        </p:spPr>
        <p:txBody>
          <a:bodyPr lIns="91434" tIns="45718" rIns="91434" bIns="45718" anchor="ctr"/>
          <a:lstStyle>
            <a:lvl1pPr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defRPr/>
            </a:pPr>
            <a:fld id="{0AB1257F-7694-4916-B5D0-9B63C33644C9}" type="slidenum">
              <a:rPr lang="en-US" altLang="ko-KR" sz="120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pPr algn="ctr">
                <a:defRPr/>
              </a:pPr>
              <a:t>‹#›</a:t>
            </a:fld>
            <a:endParaRPr lang="en-US" altLang="ko-KR" sz="12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8" name="Line 11"/>
          <p:cNvSpPr>
            <a:spLocks noChangeShapeType="1"/>
          </p:cNvSpPr>
          <p:nvPr userDrawn="1"/>
        </p:nvSpPr>
        <p:spPr bwMode="auto">
          <a:xfrm>
            <a:off x="0" y="6445250"/>
            <a:ext cx="9906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0" latinLnBrk="0" hangingPunct="0">
              <a:defRPr/>
            </a:pPr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29" name="그림 5" descr="유라-로고.jpg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98425" y="6472238"/>
            <a:ext cx="12541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7288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0" r:id="rId1"/>
    <p:sldLayoutId id="2147484421" r:id="rId2"/>
    <p:sldLayoutId id="2147484422" r:id="rId3"/>
    <p:sldLayoutId id="2147484423" r:id="rId4"/>
    <p:sldLayoutId id="2147484424" r:id="rId5"/>
    <p:sldLayoutId id="2147484425" r:id="rId6"/>
    <p:sldLayoutId id="2147484426" r:id="rId7"/>
    <p:sldLayoutId id="2147484427" r:id="rId8"/>
    <p:sldLayoutId id="2147484428" r:id="rId9"/>
    <p:sldLayoutId id="2147484429" r:id="rId10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6800" y="2624138"/>
            <a:ext cx="7772400" cy="579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92929"/>
                </a:solidFill>
                <a:latin typeface="HY헤드라인M"/>
              </a:rPr>
              <a:t>정보보안경영시스템의 이해와 위험관리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3400000"/>
            <a:ext cx="77724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맑은 고딕"/>
              </a:rPr>
              <a:t>OO회사 보안팀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838" y="765175"/>
            <a:ext cx="9204325" cy="64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000000"/>
                </a:solidFill>
                <a:latin typeface="맑은 고딕"/>
              </a:rPr>
              <a:t>&lt; 목 차 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4488" y="1628775"/>
            <a:ext cx="9205912" cy="4392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00000"/>
                </a:solidFill>
                <a:latin typeface="맑은 고딕"/>
              </a:rPr>
              <a:t>I. 정보자산의 가치 및 정보보호 요소</a:t>
            </a:r>
          </a:p>
          <a:p>
            <a:pPr>
              <a:spcAft>
                <a:spcPts val="1400"/>
              </a:spcAft>
            </a:pPr>
            <a:r>
              <a:rPr sz="2800">
                <a:solidFill>
                  <a:srgbClr val="000000"/>
                </a:solidFill>
                <a:latin typeface="맑은 고딕"/>
              </a:rPr>
              <a:t>II. 정보보안경영시스템(ISO27001) 개요</a:t>
            </a:r>
          </a:p>
          <a:p>
            <a:pPr>
              <a:spcAft>
                <a:spcPts val="1400"/>
              </a:spcAft>
            </a:pPr>
            <a:r>
              <a:rPr sz="2800">
                <a:solidFill>
                  <a:srgbClr val="000000"/>
                </a:solidFill>
                <a:latin typeface="맑은 고딕"/>
              </a:rPr>
              <a:t>III. 위험 및 위험관리의 이해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6800" y="3139282"/>
            <a:ext cx="7772400" cy="579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92929"/>
                </a:solidFill>
                <a:latin typeface="HY헤드라인M"/>
              </a:rPr>
              <a:t>I. 정보자산의 가치 및 정보보호 요소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" y="0"/>
            <a:ext cx="5478264" cy="33655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600" b="0">
                <a:solidFill>
                  <a:srgbClr val="000000"/>
                </a:solidFill>
                <a:latin typeface="맑은 고딕"/>
              </a:rPr>
              <a:t>I. 정보자산의 가치 및 정보보호 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0038" y="388938"/>
            <a:ext cx="5732462" cy="33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92929"/>
                </a:solidFill>
                <a:latin typeface="HY헤드라인M"/>
              </a:rPr>
              <a:t>1. 정보의 가치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38" y="900000"/>
            <a:ext cx="93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맑은 고딕"/>
              </a:rPr>
              <a:t>• 정보는 비즈니스 자산과 같이 가치를 가진 자산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맑은 고딕"/>
              </a:rPr>
              <a:t>• 따라서 적절하게 보호되어야 한다 (ISO 27001)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맑은 고딕"/>
              </a:rPr>
              <a:t>• 정보자산의 분류: 물리적, 논리적, 인적 자산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" y="0"/>
            <a:ext cx="5478264" cy="33655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600" b="0">
                <a:solidFill>
                  <a:srgbClr val="000000"/>
                </a:solidFill>
                <a:latin typeface="맑은 고딕"/>
              </a:rPr>
              <a:t>I. 정보자산의 가치 및 정보보호 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0038" y="388938"/>
            <a:ext cx="5732462" cy="33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92929"/>
                </a:solidFill>
                <a:latin typeface="HY헤드라인M"/>
              </a:rPr>
              <a:t>2. 정보보호 3요소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38" y="900000"/>
            <a:ext cx="93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맑은 고딕"/>
              </a:rPr>
              <a:t>• 기밀성 (Confidentiality): 인가된 자만 접근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맑은 고딕"/>
              </a:rPr>
              <a:t>• 무결성 (Integrity): 정확성과 완전성 보장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맑은 고딕"/>
              </a:rPr>
              <a:t>• 가용성 (Availability): 필요 시 접근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" y="0"/>
            <a:ext cx="5478264" cy="33655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600" b="0">
                <a:solidFill>
                  <a:srgbClr val="000000"/>
                </a:solidFill>
                <a:latin typeface="맑은 고딕"/>
              </a:rPr>
              <a:t>I. 정보자산의 가치 및 정보보호 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0038" y="388938"/>
            <a:ext cx="5732462" cy="33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92929"/>
                </a:solidFill>
                <a:latin typeface="HY헤드라인M"/>
              </a:rPr>
              <a:t>3. 정보자산 유형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38" y="900000"/>
            <a:ext cx="93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맑은 고딕"/>
              </a:rPr>
              <a:t>• 하드웨어: 서버, PC, 네트워크 장비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맑은 고딕"/>
              </a:rPr>
              <a:t>• 소프트웨어: OS, 애플리케이션, 데이터베이스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맑은 고딕"/>
              </a:rPr>
              <a:t>• 문서: 설계도면, 계약서, 인사기록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맑은 고딕"/>
              </a:rPr>
              <a:t>• 인적자산: 핵심 기술 인력, 관리자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맑은 고딕"/>
              </a:rPr>
              <a:t>• 서비스: 통신, 전력, 공조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맑은 고딕"/>
              </a:rPr>
              <a:t>• 무형자산: 기업 이미지, 브랜드 가치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6800" y="3139282"/>
            <a:ext cx="7772400" cy="579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92929"/>
                </a:solidFill>
                <a:latin typeface="HY헤드라인M"/>
              </a:rPr>
              <a:t>II. 정보보안경영시스템(ISO27001) 개요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" y="0"/>
            <a:ext cx="5478264" cy="33655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600" b="0">
                <a:solidFill>
                  <a:srgbClr val="000000"/>
                </a:solidFill>
                <a:latin typeface="맑은 고딕"/>
              </a:rPr>
              <a:t>II. 정보보안경영시스템(ISO27001)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0038" y="388938"/>
            <a:ext cx="5732462" cy="33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92929"/>
                </a:solidFill>
                <a:latin typeface="HY헤드라인M"/>
              </a:rPr>
              <a:t>1. ISO 27001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38" y="900000"/>
            <a:ext cx="93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맑은 고딕"/>
              </a:rPr>
              <a:t>• 14개 영역으로 구성된 관리체계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맑은 고딕"/>
              </a:rPr>
              <a:t>• 영역별 사규 제정 및 운영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맑은 고딕"/>
              </a:rPr>
              <a:t>• 보안책임자의 역할 정의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맑은 고딕"/>
              </a:rPr>
              <a:t>• 지속적 개선(PDCA) 사이클 적용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6800" y="3139282"/>
            <a:ext cx="7772400" cy="579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92929"/>
                </a:solidFill>
                <a:latin typeface="HY헤드라인M"/>
              </a:rPr>
              <a:t>III. 위험 및 위험관리의 이해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" y="0"/>
            <a:ext cx="5478264" cy="33655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600" b="0">
                <a:solidFill>
                  <a:srgbClr val="000000"/>
                </a:solidFill>
                <a:latin typeface="맑은 고딕"/>
              </a:rPr>
              <a:t>III. 위험 및 위험관리의 이해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0038" y="388938"/>
            <a:ext cx="5732462" cy="33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92929"/>
                </a:solidFill>
                <a:latin typeface="HY헤드라인M"/>
              </a:rPr>
              <a:t>1. 위험이란?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38" y="900000"/>
            <a:ext cx="93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맑은 고딕"/>
              </a:rPr>
              <a:t>• 자산의 취약성으로 인한 손상/손실 가능성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맑은 고딕"/>
              </a:rPr>
              <a:t>• 위협(Threat)과 취약성(Vulnerability)의 조합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맑은 고딕"/>
              </a:rPr>
              <a:t>• 위험도 = 자산가치 + 위협 + 취약성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000" b="1" i="0" u="none" strike="noStrike" cap="none" normalizeH="0" baseline="0" dirty="0" err="1" smtClean="0">
            <a:ln>
              <a:noFill/>
            </a:ln>
            <a:solidFill>
              <a:srgbClr val="FF0000"/>
            </a:solidFill>
            <a:effectLst/>
            <a:latin typeface="바탕" pitchFamily="18" charset="-127"/>
            <a:ea typeface="바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000" b="1" i="0" u="none" strike="noStrike" cap="none" normalizeH="0" baseline="0" dirty="0" err="1" smtClean="0">
            <a:ln>
              <a:noFill/>
            </a:ln>
            <a:solidFill>
              <a:srgbClr val="FF0000"/>
            </a:solidFill>
            <a:effectLst/>
            <a:latin typeface="바탕" pitchFamily="18" charset="-127"/>
            <a:ea typeface="바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000" b="1" i="0" u="none" strike="noStrike" cap="none" normalizeH="0" baseline="0" dirty="0" err="1" smtClean="0">
            <a:ln>
              <a:noFill/>
            </a:ln>
            <a:solidFill>
              <a:srgbClr val="FF0000"/>
            </a:solidFill>
            <a:effectLst/>
            <a:latin typeface="바탕" pitchFamily="18" charset="-127"/>
            <a:ea typeface="바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26553</TotalTime>
  <Words>6079</Words>
  <Application>Microsoft Office PowerPoint</Application>
  <PresentationFormat>A4 용지(210x297mm)</PresentationFormat>
  <Paragraphs>1158</Paragraphs>
  <Slides>79</Slides>
  <Notes>1</Notes>
  <HiddenSlides>0</HiddenSlides>
  <MMClips>2</MMClips>
  <ScaleCrop>false</ScaleCrop>
  <HeadingPairs>
    <vt:vector size="8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3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79</vt:i4>
      </vt:variant>
    </vt:vector>
  </HeadingPairs>
  <TitlesOfParts>
    <vt:vector size="94" baseType="lpstr">
      <vt:lpstr>HDCardBold</vt:lpstr>
      <vt:lpstr>HY헤드라인M</vt:lpstr>
      <vt:lpstr>Monotype Sorts</vt:lpstr>
      <vt:lpstr>굴림</vt:lpstr>
      <vt:lpstr>돋움</vt:lpstr>
      <vt:lpstr>맑은 고딕</vt:lpstr>
      <vt:lpstr>바탕</vt:lpstr>
      <vt:lpstr>현대하모니 L</vt:lpstr>
      <vt:lpstr>Arial</vt:lpstr>
      <vt:lpstr>Times New Roman</vt:lpstr>
      <vt:lpstr>Wingdings</vt:lpstr>
      <vt:lpstr>디자인 사용자 지정</vt:lpstr>
      <vt:lpstr>1_디자인 사용자 지정</vt:lpstr>
      <vt:lpstr>2_디자인 사용자 지정</vt:lpstr>
      <vt:lpstr>클립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경영기획팀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이무영</dc:creator>
  <cp:lastModifiedBy>이진석</cp:lastModifiedBy>
  <cp:revision>2196</cp:revision>
  <dcterms:created xsi:type="dcterms:W3CDTF">2010-10-20T00:04:10Z</dcterms:created>
  <dcterms:modified xsi:type="dcterms:W3CDTF">2022-06-08T02:25:43Z</dcterms:modified>
</cp:coreProperties>
</file>