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401" r:id="rId1"/>
    <p:sldMasterId id="2147484409" r:id="rId2"/>
    <p:sldMasterId id="2147484419" r:id="rId3"/>
  </p:sldMasterIdLst>
  <p:notesMasterIdLst>
    <p:notesMasterId r:id="rId83"/>
  </p:notesMasterIdLst>
  <p:handoutMasterIdLst>
    <p:handoutMasterId r:id="rId84"/>
  </p:handoutMasterIdLst>
  <p:sldIdLst/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534988" indent="-77788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071563" indent="-157163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8138" indent="-236538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144713" indent="-315913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5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411">
          <p15:clr>
            <a:srgbClr val="A4A3A4"/>
          </p15:clr>
        </p15:guide>
        <p15:guide id="5" orient="horz" pos="597">
          <p15:clr>
            <a:srgbClr val="A4A3A4"/>
          </p15:clr>
        </p15:guide>
        <p15:guide id="6" orient="horz" pos="675">
          <p15:clr>
            <a:srgbClr val="A4A3A4"/>
          </p15:clr>
        </p15:guide>
        <p15:guide id="7" pos="4602">
          <p15:clr>
            <a:srgbClr val="A4A3A4"/>
          </p15:clr>
        </p15:guide>
        <p15:guide id="8" pos="122">
          <p15:clr>
            <a:srgbClr val="A4A3A4"/>
          </p15:clr>
        </p15:guide>
        <p15:guide id="9" pos="558">
          <p15:clr>
            <a:srgbClr val="A4A3A4"/>
          </p15:clr>
        </p15:guide>
        <p15:guide id="10" pos="1070">
          <p15:clr>
            <a:srgbClr val="A4A3A4"/>
          </p15:clr>
        </p15:guide>
        <p15:guide id="11" pos="2264">
          <p15:clr>
            <a:srgbClr val="A4A3A4"/>
          </p15:clr>
        </p15:guide>
        <p15:guide id="12" pos="2690">
          <p15:clr>
            <a:srgbClr val="A4A3A4"/>
          </p15:clr>
        </p15:guide>
        <p15:guide id="13" pos="4607">
          <p15:clr>
            <a:srgbClr val="A4A3A4"/>
          </p15:clr>
        </p15:guide>
        <p15:guide id="14" pos="61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5130"/>
    <a:srgbClr val="0000FF"/>
    <a:srgbClr val="EAEAEA"/>
    <a:srgbClr val="CC0000"/>
    <a:srgbClr val="0000CC"/>
    <a:srgbClr val="FFFFCC"/>
    <a:srgbClr val="000099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69" autoAdjust="0"/>
    <p:restoredTop sz="98977" autoAdjust="0"/>
  </p:normalViewPr>
  <p:slideViewPr>
    <p:cSldViewPr>
      <p:cViewPr varScale="1">
        <p:scale>
          <a:sx n="93" d="100"/>
          <a:sy n="93" d="100"/>
        </p:scale>
        <p:origin x="197" y="67"/>
      </p:cViewPr>
      <p:guideLst>
        <p:guide orient="horz" pos="3975"/>
        <p:guide orient="horz" pos="2523"/>
        <p:guide orient="horz" pos="453"/>
        <p:guide orient="horz" pos="411"/>
        <p:guide orient="horz" pos="597"/>
        <p:guide orient="horz" pos="675"/>
        <p:guide pos="4602"/>
        <p:guide pos="122"/>
        <p:guide pos="558"/>
        <p:guide pos="1070"/>
        <p:guide pos="2264"/>
        <p:guide pos="2690"/>
        <p:guide pos="4607"/>
        <p:guide pos="611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274" y="-9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83" Type="http://schemas.openxmlformats.org/officeDocument/2006/relationships/notesMaster" Target="notesMasters/notesMaster1.xml"/><Relationship Id="rId84" Type="http://schemas.openxmlformats.org/officeDocument/2006/relationships/handoutMaster" Target="handoutMasters/handout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92CDFA53-F0B6-4DB3-88BC-1AAE21F1B657}" type="datetimeFigureOut">
              <a:rPr lang="ko-KR" altLang="en-US"/>
              <a:pPr>
                <a:defRPr/>
              </a:pPr>
              <a:t>2022-06-08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EFDC0FD1-DC9B-4C4D-90B0-5C5F51868C9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9699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19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EE1F5FC-F601-4544-82FF-670847DC37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2466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34988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7156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608138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1447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682164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6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4CA5922A-AAD6-40F0-ACC0-589718CA1A12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5" descr="유라-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8475" y="274638"/>
            <a:ext cx="890905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8475" y="1595438"/>
            <a:ext cx="8909050" cy="4537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8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7725" y="6251575"/>
            <a:ext cx="31305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102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F4C98-4ED5-4797-AD75-CCE681EC8D4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yura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2" b="427"/>
          <a:stretch>
            <a:fillRect/>
          </a:stretch>
        </p:blipFill>
        <p:spPr bwMode="auto">
          <a:xfrm>
            <a:off x="0" y="6453188"/>
            <a:ext cx="79105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 descr="yura2"/>
          <p:cNvPicPr>
            <a:picLocks noChangeAspect="1" noChangeArrowheads="1"/>
          </p:cNvPicPr>
          <p:nvPr userDrawn="1"/>
        </p:nvPicPr>
        <p:blipFill>
          <a:blip r:embed="rId3" cstate="print"/>
          <a:srcRect r="35"/>
          <a:stretch>
            <a:fillRect/>
          </a:stretch>
        </p:blipFill>
        <p:spPr bwMode="auto">
          <a:xfrm>
            <a:off x="0" y="0"/>
            <a:ext cx="9906000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8163" y="640080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bg>
      <p:bgPr>
        <a:blipFill dpi="0" rotWithShape="1">
          <a:blip r:embed="rId2" cstate="print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0" y="0"/>
            <a:ext cx="9906000" cy="479742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ko-KR" altLang="en-US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9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9405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9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542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638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079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368801" y="6480177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84401" tIns="42201" rIns="84401" bIns="42201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4CA5922A-AAD6-40F0-ACC0-589718CA1A12}" type="slidenum">
              <a:rPr lang="en-US" altLang="ko-KR" sz="1108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108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5" descr="유라-로고.jpg"/>
          <p:cNvPicPr>
            <a:picLocks noChangeAspect="1"/>
          </p:cNvPicPr>
          <p:nvPr userDrawn="1"/>
        </p:nvPicPr>
        <p:blipFill>
          <a:blip r:embed="rId2" cstate="print"/>
          <a:srcRect b="27240"/>
          <a:stretch>
            <a:fillRect/>
          </a:stretch>
        </p:blipFill>
        <p:spPr bwMode="auto">
          <a:xfrm>
            <a:off x="98426" y="6472239"/>
            <a:ext cx="1431440" cy="307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62068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1878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4258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yura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2" b="427"/>
          <a:stretch>
            <a:fillRect/>
          </a:stretch>
        </p:blipFill>
        <p:spPr bwMode="auto">
          <a:xfrm>
            <a:off x="0" y="6453188"/>
            <a:ext cx="79105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 descr="yura2"/>
          <p:cNvPicPr>
            <a:picLocks noChangeAspect="1" noChangeArrowheads="1"/>
          </p:cNvPicPr>
          <p:nvPr userDrawn="1"/>
        </p:nvPicPr>
        <p:blipFill>
          <a:blip r:embed="rId3" cstate="print"/>
          <a:srcRect r="35"/>
          <a:stretch>
            <a:fillRect/>
          </a:stretch>
        </p:blipFill>
        <p:spPr bwMode="auto">
          <a:xfrm>
            <a:off x="0" y="2"/>
            <a:ext cx="9906000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8163" y="640080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93778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bg>
      <p:bgPr>
        <a:blipFill dpi="0" rotWithShape="1">
          <a:blip r:embed="rId2" cstate="print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1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6367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1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0" y="2"/>
            <a:ext cx="9906000" cy="479742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ko-KR" altLang="en-US" sz="1754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617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76442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2446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016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41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4CA5922A-AAD6-40F0-ACC0-589718CA1A12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5" descr="유라-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4716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601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8475" y="274638"/>
            <a:ext cx="890905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8475" y="1595438"/>
            <a:ext cx="8909050" cy="4537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8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7725" y="6251575"/>
            <a:ext cx="31305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102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F4C98-4ED5-4797-AD75-CCE681EC8D4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1537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yura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2" b="427"/>
          <a:stretch>
            <a:fillRect/>
          </a:stretch>
        </p:blipFill>
        <p:spPr bwMode="auto">
          <a:xfrm>
            <a:off x="0" y="6453188"/>
            <a:ext cx="79105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 descr="yura2"/>
          <p:cNvPicPr>
            <a:picLocks noChangeAspect="1" noChangeArrowheads="1"/>
          </p:cNvPicPr>
          <p:nvPr userDrawn="1"/>
        </p:nvPicPr>
        <p:blipFill>
          <a:blip r:embed="rId3" cstate="print"/>
          <a:srcRect r="35"/>
          <a:stretch>
            <a:fillRect/>
          </a:stretch>
        </p:blipFill>
        <p:spPr bwMode="auto">
          <a:xfrm>
            <a:off x="0" y="0"/>
            <a:ext cx="9906000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8163" y="640080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8287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bg>
      <p:bgPr>
        <a:blipFill dpi="0" rotWithShape="1">
          <a:blip r:embed="rId2" cstate="print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471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0" y="0"/>
            <a:ext cx="9906000" cy="479742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353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theme" Target="../theme/theme2.xml"/><Relationship Id="rId11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1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467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0AB1257F-7694-4916-B5D0-9B63C33644C9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8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9" name="그림 5" descr="유라-로고.jpg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2" r:id="rId1"/>
    <p:sldLayoutId id="2147484403" r:id="rId2"/>
    <p:sldLayoutId id="2147484404" r:id="rId3"/>
    <p:sldLayoutId id="2147484405" r:id="rId4"/>
    <p:sldLayoutId id="2147484406" r:id="rId5"/>
    <p:sldLayoutId id="2147484407" r:id="rId6"/>
    <p:sldLayoutId id="2147484408" r:id="rId7"/>
    <p:sldLayoutId id="2147484397" r:id="rId8"/>
    <p:sldLayoutId id="2147484398" r:id="rId9"/>
    <p:sldLayoutId id="2147484399" r:id="rId10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0" y="634081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467" name="슬라이드 번호 개체 틀 3"/>
          <p:cNvSpPr txBox="1">
            <a:spLocks noGrp="1"/>
          </p:cNvSpPr>
          <p:nvPr userDrawn="1"/>
        </p:nvSpPr>
        <p:spPr bwMode="auto">
          <a:xfrm>
            <a:off x="4368801" y="6480177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84401" tIns="42201" rIns="84401" bIns="42201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0AB1257F-7694-4916-B5D0-9B63C33644C9}" type="slidenum">
              <a:rPr lang="en-US" altLang="ko-KR" sz="1108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108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8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9" name="그림 5" descr="유라-로고.jpg"/>
          <p:cNvPicPr>
            <a:picLocks noChangeAspect="1"/>
          </p:cNvPicPr>
          <p:nvPr userDrawn="1"/>
        </p:nvPicPr>
        <p:blipFill>
          <a:blip r:embed="rId11" cstate="print"/>
          <a:srcRect b="27240"/>
          <a:stretch>
            <a:fillRect/>
          </a:stretch>
        </p:blipFill>
        <p:spPr bwMode="auto">
          <a:xfrm>
            <a:off x="98425" y="6472239"/>
            <a:ext cx="142774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152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16531" indent="-31653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467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0AB1257F-7694-4916-B5D0-9B63C33644C9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8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9" name="그림 5" descr="유라-로고.jpg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28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21" r:id="rId2"/>
    <p:sldLayoutId id="2147484422" r:id="rId3"/>
    <p:sldLayoutId id="2147484423" r:id="rId4"/>
    <p:sldLayoutId id="2147484424" r:id="rId5"/>
    <p:sldLayoutId id="2147484425" r:id="rId6"/>
    <p:sldLayoutId id="2147484426" r:id="rId7"/>
    <p:sldLayoutId id="2147484427" r:id="rId8"/>
    <p:sldLayoutId id="2147484428" r:id="rId9"/>
    <p:sldLayoutId id="2147484429" r:id="rId10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dirty="0" err="1" smtClean="0">
            <a:ln>
              <a:noFill/>
            </a:ln>
            <a:solidFill>
              <a:srgbClr val="FF0000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dirty="0" err="1" smtClean="0">
            <a:ln>
              <a:noFill/>
            </a:ln>
            <a:solidFill>
              <a:srgbClr val="FF0000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dirty="0" err="1" smtClean="0">
            <a:ln>
              <a:noFill/>
            </a:ln>
            <a:solidFill>
              <a:srgbClr val="FF0000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26553</TotalTime>
  <Words>6079</Words>
  <Application>Microsoft Office PowerPoint</Application>
  <PresentationFormat>A4 용지(210x297mm)</PresentationFormat>
  <Paragraphs>1158</Paragraphs>
  <Slides>79</Slides>
  <Notes>1</Notes>
  <HiddenSlides>0</HiddenSlides>
  <MMClips>2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94" baseType="lpstr">
      <vt:lpstr>HDCardBold</vt:lpstr>
      <vt:lpstr>HY헤드라인M</vt:lpstr>
      <vt:lpstr>Monotype Sorts</vt:lpstr>
      <vt:lpstr>굴림</vt:lpstr>
      <vt:lpstr>돋움</vt:lpstr>
      <vt:lpstr>맑은 고딕</vt:lpstr>
      <vt:lpstr>바탕</vt:lpstr>
      <vt:lpstr>현대하모니 L</vt:lpstr>
      <vt:lpstr>Arial</vt:lpstr>
      <vt:lpstr>Times New Roman</vt:lpstr>
      <vt:lpstr>Wingdings</vt:lpstr>
      <vt:lpstr>디자인 사용자 지정</vt:lpstr>
      <vt:lpstr>1_디자인 사용자 지정</vt:lpstr>
      <vt:lpstr>2_디자인 사용자 지정</vt:lpstr>
      <vt:lpstr>클립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경영기획팀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이무영</dc:creator>
  <cp:lastModifiedBy>이진석</cp:lastModifiedBy>
  <cp:revision>2196</cp:revision>
  <dcterms:created xsi:type="dcterms:W3CDTF">2010-10-20T00:04:10Z</dcterms:created>
  <dcterms:modified xsi:type="dcterms:W3CDTF">2022-06-08T02:25:43Z</dcterms:modified>
</cp:coreProperties>
</file>